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Ice-Cream Parlour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customizable PowerPoint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Supervisor: [Enter Name]</a:t>
            </a:r>
          </a:p>
          <a:p>
            <a:r>
              <a:t>Batch: [Enter Batch]</a:t>
            </a:r>
          </a:p>
          <a:p>
            <a:r>
              <a:t>Group: [Enter Group Name]</a:t>
            </a:r>
          </a:p>
          <a:p/>
          <a:p>
            <a:r>
              <a:t>Students:</a:t>
            </a:r>
          </a:p>
          <a:p>
            <a:r>
              <a:t>1. [Enter Name 1]</a:t>
            </a:r>
          </a:p>
          <a:p>
            <a:r>
              <a:t>2. [Enter Name 2]</a:t>
            </a:r>
          </a:p>
          <a:p>
            <a:r>
              <a:t>3. [Enter Name 3]</a:t>
            </a:r>
          </a:p>
          <a:p>
            <a:r>
              <a:t>4. [Enter Name 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would like to express our special thanks of gratitude to our teacher [Enter Teacher Name] who helped and guided us in completing this project.</a:t>
            </a:r>
          </a:p>
          <a:p/>
          <a:p>
            <a:r>
              <a:t>We also thank our project team and coordinators for giving us this opportunity.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Synopsis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Ice-Cream Parlour project is designed to create an online store where customers can buy ice-creams of different flavors from the comfort of home. The website uses modern technologies like ASP.NET, C#, and SQL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Mr. A, the owner of a popular ice-cream shop, wants to expand his business by launching a website to sell ice-creams and share recipes with registered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Requirement Specification (CRS)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 page with menu options</a:t>
            </a:r>
          </a:p>
          <a:p>
            <a:r>
              <a:t>• Register and Login system</a:t>
            </a:r>
          </a:p>
          <a:p>
            <a:r>
              <a:t>• Online order and payment system</a:t>
            </a:r>
          </a:p>
          <a:p>
            <a:r>
              <a:t>• Feedback and Contact Us page</a:t>
            </a:r>
          </a:p>
          <a:p>
            <a:r>
              <a:t>• Admin panel for managing users and recipes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Ice-Cream Parlour software helps manage sales, feedback, and recipes online. It provides an easy way for customers to explore and purchase products without difficulty.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Sitemap and Wireframes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website includes the following pages:</a:t>
            </a:r>
          </a:p>
          <a:p>
            <a:r>
              <a:t>• Home Page</a:t>
            </a:r>
          </a:p>
          <a:p>
            <a:r>
              <a:t>• Shop Page</a:t>
            </a:r>
          </a:p>
          <a:p>
            <a:r>
              <a:t>• About Us</a:t>
            </a:r>
          </a:p>
          <a:p>
            <a:r>
              <a:t>• Contact Us</a:t>
            </a:r>
          </a:p>
          <a:p>
            <a:r>
              <a:t>• Login/Register</a:t>
            </a:r>
          </a:p>
          <a:p/>
          <a:p>
            <a:r>
              <a:t>Each page has a user-friendly layout and responsive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| Task | Team Member | Status</a:t>
            </a:r>
          </a:p>
          <a:p>
            <a:r>
              <a:t>01 | Home Page | All | Completed</a:t>
            </a:r>
          </a:p>
          <a:p>
            <a:r>
              <a:t>02 | Shop Page | [Enter Name] | In Progress</a:t>
            </a:r>
          </a:p>
          <a:p>
            <a:r>
              <a:t>03 | About Page | [Enter Name] | Pending</a:t>
            </a:r>
          </a:p>
          <a:p>
            <a:r>
              <a:t>04 | Contact Page | [Enter Name] | Completed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